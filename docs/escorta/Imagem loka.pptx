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éo Mouço Morais" userId="2492f9541cf4cd5b" providerId="LiveId" clId="{E0116829-0F96-43B5-B0C6-E018FA9FCD78}"/>
    <pc:docChg chg="undo custSel mod modSld">
      <pc:chgData name="Léo Mouço Morais" userId="2492f9541cf4cd5b" providerId="LiveId" clId="{E0116829-0F96-43B5-B0C6-E018FA9FCD78}" dt="2019-01-22T19:53:10.771" v="8" actId="962"/>
      <pc:docMkLst>
        <pc:docMk/>
      </pc:docMkLst>
      <pc:sldChg chg="addSp delSp modSp mod setBg setClrOvrMap">
        <pc:chgData name="Léo Mouço Morais" userId="2492f9541cf4cd5b" providerId="LiveId" clId="{E0116829-0F96-43B5-B0C6-E018FA9FCD78}" dt="2019-01-22T19:53:10.771" v="8" actId="962"/>
        <pc:sldMkLst>
          <pc:docMk/>
          <pc:sldMk cId="1501541519" sldId="256"/>
        </pc:sldMkLst>
        <pc:spChg chg="del mod">
          <ac:chgData name="Léo Mouço Morais" userId="2492f9541cf4cd5b" providerId="LiveId" clId="{E0116829-0F96-43B5-B0C6-E018FA9FCD78}" dt="2019-01-22T19:52:07.629" v="2" actId="478"/>
          <ac:spMkLst>
            <pc:docMk/>
            <pc:sldMk cId="1501541519" sldId="256"/>
            <ac:spMk id="2" creationId="{DC9BFF22-0DAB-4E38-8EE6-EB202C8F364A}"/>
          </ac:spMkLst>
        </pc:spChg>
        <pc:spChg chg="del mod">
          <ac:chgData name="Léo Mouço Morais" userId="2492f9541cf4cd5b" providerId="LiveId" clId="{E0116829-0F96-43B5-B0C6-E018FA9FCD78}" dt="2019-01-22T19:52:09.862" v="3" actId="478"/>
          <ac:spMkLst>
            <pc:docMk/>
            <pc:sldMk cId="1501541519" sldId="256"/>
            <ac:spMk id="3" creationId="{1619466C-D91B-42A2-BE8D-85FF3E8D5BEE}"/>
          </ac:spMkLst>
        </pc:spChg>
        <pc:spChg chg="mod">
          <ac:chgData name="Léo Mouço Morais" userId="2492f9541cf4cd5b" providerId="LiveId" clId="{E0116829-0F96-43B5-B0C6-E018FA9FCD78}" dt="2019-01-22T19:52:16.144" v="5" actId="26606"/>
          <ac:spMkLst>
            <pc:docMk/>
            <pc:sldMk cId="1501541519" sldId="256"/>
            <ac:spMk id="6" creationId="{00812F12-A03D-4313-B404-92B36706A643}"/>
          </ac:spMkLst>
        </pc:spChg>
        <pc:spChg chg="add del">
          <ac:chgData name="Léo Mouço Morais" userId="2492f9541cf4cd5b" providerId="LiveId" clId="{E0116829-0F96-43B5-B0C6-E018FA9FCD78}" dt="2019-01-22T19:52:16.194" v="6" actId="26606"/>
          <ac:spMkLst>
            <pc:docMk/>
            <pc:sldMk cId="1501541519" sldId="256"/>
            <ac:spMk id="16" creationId="{71B2258F-86CA-4D4D-8270-BC05FCDEBFB3}"/>
          </ac:spMkLst>
        </pc:spChg>
        <pc:picChg chg="mod ord">
          <ac:chgData name="Léo Mouço Morais" userId="2492f9541cf4cd5b" providerId="LiveId" clId="{E0116829-0F96-43B5-B0C6-E018FA9FCD78}" dt="2019-01-22T19:53:10.771" v="8" actId="962"/>
          <ac:picMkLst>
            <pc:docMk/>
            <pc:sldMk cId="1501541519" sldId="256"/>
            <ac:picMk id="5" creationId="{BBA797D5-4A40-457F-A091-D1F925A988E3}"/>
          </ac:picMkLst>
        </pc:picChg>
        <pc:picChg chg="add del">
          <ac:chgData name="Léo Mouço Morais" userId="2492f9541cf4cd5b" providerId="LiveId" clId="{E0116829-0F96-43B5-B0C6-E018FA9FCD78}" dt="2019-01-22T19:52:16.144" v="5" actId="26606"/>
          <ac:picMkLst>
            <pc:docMk/>
            <pc:sldMk cId="1501541519" sldId="256"/>
            <ac:picMk id="21" creationId="{CB607B98-7700-4DC9-8BE8-A876255F9C52}"/>
          </ac:picMkLst>
        </pc:picChg>
        <pc:cxnChg chg="del">
          <ac:chgData name="Léo Mouço Morais" userId="2492f9541cf4cd5b" providerId="LiveId" clId="{E0116829-0F96-43B5-B0C6-E018FA9FCD78}" dt="2019-01-22T19:52:04.176" v="1" actId="26606"/>
          <ac:cxnSpMkLst>
            <pc:docMk/>
            <pc:sldMk cId="1501541519" sldId="256"/>
            <ac:cxnSpMk id="11" creationId="{E126E481-B945-4179-BD79-05E96E9B29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B2C6A-EDD9-4A2E-8990-4B2F98EBE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42A78-9F4F-4357-B9EA-ACEAECC11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39E75-6376-4A30-8A48-CC85D747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3C3C0-BF4A-49C6-81E5-2DF9D346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058F26-50B0-49EB-A825-11DE7DD5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4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F62E1-F027-441F-A6C2-1849FEE7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97C7AC-3420-4801-A74E-D357B2F5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923589-32CB-4884-A349-959E4044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373283-9285-4B14-958A-E9982321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060757-1371-4D09-B1E9-195DDA8F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E1B25-9EC9-4543-B06A-23C8004F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3A7758-8519-4DBE-92F1-0A9F8D38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AED03-15CC-4EDE-BEF8-07F0E9AB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0A69C7-5811-4B7A-9E45-B64F549B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87850-708C-4C29-90EC-73D5299C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6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28159-E671-423A-9D47-51FAF64F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32956A-AE2E-4BC3-B5BD-982D6128A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344E5C-D5F5-4818-A01D-50DC0F63B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4FEA7A-CFD6-4B2F-BCB2-6451D4E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E27DE8-EE77-4E18-A29A-9F77E168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356EC2-B045-49D1-8BC7-B6AFE98F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2649B-CA3B-458A-8AE0-A70E6597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046C8B-BCDD-4EA3-88E7-18BB23B3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979865-A3A9-4853-ACC6-3D90AD5D8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39CA03-6CD0-4C19-B195-A11E53A91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0AEE30-F814-4D89-B683-2FF9CD3FE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8921A2-BE60-4347-B563-CC239CEC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34E2C7-7B59-441C-9B63-20193903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B2C1778-3876-4026-9839-523B6667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5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73AD8-6B1D-4D6B-8B62-ADC80E01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1103D0-8707-4300-89AF-34301A9A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910678-1EA8-49A2-9D00-DE802EC2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73ADD5-BE51-4512-A40E-370DA4FD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033E5AA-A764-4A1B-B11F-FC506368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AA1219-3617-403E-A901-B8195EDF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1B905B-2C4A-4CB6-80CE-7071DDB9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9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A71CA-C496-4C48-B4C7-DE7FFA00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9A16C3-9A5F-4A80-807E-FA9982B59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DB3D42-2C85-4687-BF00-915E2EA2A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9F74C2-DE78-4349-863A-651C18DD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AA8CFC-755F-4C3B-9272-7928E215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9D1211-5398-4855-A5AD-653F0EB5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0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E4691-062F-4EA8-AA34-B93644FF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3FDF7-7A02-40D6-8695-AFDD551E5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8D6130-5C77-43F2-BBC6-4EA266D2E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A1666E-ADD1-4829-B7F4-9C8E7CD5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7749FC-DAD9-4CF5-86AB-2DEC82A5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2D6FEB-44AD-4A65-9C4D-2BABC0EA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09DD4-A452-451A-85E9-AF6DFCCE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777E04-B44A-426F-A80E-C1A3E5645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683AB7-D8A4-429E-87EF-62F3408B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AF406E-3161-417B-88D6-0A016E1E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10A412-DE6F-406D-BE0E-5958B379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6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CD1AEA-5F11-49BF-8AE0-4614304B6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47423F-99D5-4528-B1D0-748EB1970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EFC0A-155E-4D0D-A92D-F0C1C34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81A5D8-4695-412C-BEC7-0725FC34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29745E-1F58-4A25-8055-114C75B8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9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CAEA93-2C17-4941-AA3E-5F8DA550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9DCC5C-9C8F-4FD8-94FC-E7C28EBD5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A663B-AB9B-4AA6-B1C6-434C9D1B2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32C28-AB97-43D2-A479-99DE48C05FD3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AE98D-E7CE-4872-A13D-4C891F877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76C6E-2700-4854-A50B-A264431DD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70256-4CE0-476E-9C63-D31AB8570F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1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meskennedymonash.wordpress.com/little-planets-gallery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ao ar livre, céu&#10;&#10;Descrição gerada automaticamente">
            <a:extLst>
              <a:ext uri="{FF2B5EF4-FFF2-40B4-BE49-F238E27FC236}">
                <a16:creationId xmlns:a16="http://schemas.microsoft.com/office/drawing/2014/main" id="{BBA797D5-4A40-457F-A091-D1F925A98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142" r="496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0812F12-A03D-4313-B404-92B36706A643}"/>
              </a:ext>
            </a:extLst>
          </p:cNvPr>
          <p:cNvSpPr txBox="1"/>
          <p:nvPr/>
        </p:nvSpPr>
        <p:spPr>
          <a:xfrm>
            <a:off x="9606036" y="6657945"/>
            <a:ext cx="258596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jameskennedymonash.wordpress.com/little-planets-galler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n-US" sz="700">
                <a:solidFill>
                  <a:srgbClr val="FFFFFF"/>
                </a:solidFill>
              </a:rPr>
              <a:t> de Autor Desconhecido está licenciado em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541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Léo Mouço Morais</dc:creator>
  <cp:lastModifiedBy>Léo Mouço Morais</cp:lastModifiedBy>
  <cp:revision>1</cp:revision>
  <dcterms:created xsi:type="dcterms:W3CDTF">2019-01-22T19:52:16Z</dcterms:created>
  <dcterms:modified xsi:type="dcterms:W3CDTF">2019-01-22T19:54:08Z</dcterms:modified>
</cp:coreProperties>
</file>