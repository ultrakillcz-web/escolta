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4331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842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786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580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547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1751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38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8185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186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5284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4589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F0682A-AC44-4C43-9481-19227A0E1744}" type="datetimeFigureOut">
              <a:rPr lang="pt-BR" smtClean="0"/>
              <a:t>15/01/2019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603239-8E26-43D3-B69A-612C5D5F978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7548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0632653"/>
              </p:ext>
            </p:extLst>
          </p:nvPr>
        </p:nvGraphicFramePr>
        <p:xfrm>
          <a:off x="0" y="-46642"/>
          <a:ext cx="12274919" cy="6904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Acrobat Document" r:id="rId3" imgW="13735043" imgH="7724602" progId="AcroExch.Document.DC">
                  <p:embed/>
                </p:oleObj>
              </mc:Choice>
              <mc:Fallback>
                <p:oleObj name="Acrobat Document" r:id="rId3" imgW="13735043" imgH="7724602" progId="AcroExch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-46642"/>
                        <a:ext cx="12274919" cy="6904642"/>
                      </a:xfrm>
                      <a:prstGeom prst="rect">
                        <a:avLst/>
                      </a:prstGeom>
                      <a:ln w="57150">
                        <a:solidFill>
                          <a:schemeClr val="tx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Conector de Seta Reta 5"/>
          <p:cNvCxnSpPr/>
          <p:nvPr/>
        </p:nvCxnSpPr>
        <p:spPr>
          <a:xfrm flipH="1" flipV="1">
            <a:off x="2199736" y="3528204"/>
            <a:ext cx="603849" cy="5089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 7"/>
          <p:cNvSpPr/>
          <p:nvPr/>
        </p:nvSpPr>
        <p:spPr>
          <a:xfrm>
            <a:off x="1621766" y="3303917"/>
            <a:ext cx="1009291" cy="2242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2803585" y="4037162"/>
            <a:ext cx="2035834" cy="2242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cxnSp>
        <p:nvCxnSpPr>
          <p:cNvPr id="10" name="Conector de Seta Reta 9"/>
          <p:cNvCxnSpPr/>
          <p:nvPr/>
        </p:nvCxnSpPr>
        <p:spPr>
          <a:xfrm flipH="1">
            <a:off x="10159042" y="1480868"/>
            <a:ext cx="232912" cy="862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/>
          <p:cNvSpPr/>
          <p:nvPr/>
        </p:nvSpPr>
        <p:spPr>
          <a:xfrm>
            <a:off x="10391954" y="1256581"/>
            <a:ext cx="1009291" cy="2242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6947139" y="3004868"/>
            <a:ext cx="3654725" cy="299049"/>
          </a:xfrm>
          <a:prstGeom prst="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5" name="Conector de Seta Reta 14"/>
          <p:cNvCxnSpPr/>
          <p:nvPr/>
        </p:nvCxnSpPr>
        <p:spPr>
          <a:xfrm>
            <a:off x="11401245" y="2648309"/>
            <a:ext cx="718868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Conector de Seta Reta 15"/>
          <p:cNvCxnSpPr/>
          <p:nvPr/>
        </p:nvCxnSpPr>
        <p:spPr>
          <a:xfrm>
            <a:off x="1547003" y="2636807"/>
            <a:ext cx="23866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Retângulo 17"/>
          <p:cNvSpPr/>
          <p:nvPr/>
        </p:nvSpPr>
        <p:spPr>
          <a:xfrm>
            <a:off x="8692551" y="920150"/>
            <a:ext cx="2035834" cy="2242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cxnSp>
        <p:nvCxnSpPr>
          <p:cNvPr id="19" name="Conector de Seta Reta 18"/>
          <p:cNvCxnSpPr/>
          <p:nvPr/>
        </p:nvCxnSpPr>
        <p:spPr>
          <a:xfrm flipH="1">
            <a:off x="10699630" y="920150"/>
            <a:ext cx="701615" cy="22428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/>
          <p:cNvSpPr txBox="1"/>
          <p:nvPr/>
        </p:nvSpPr>
        <p:spPr>
          <a:xfrm>
            <a:off x="8862204" y="873990"/>
            <a:ext cx="18661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INSERIR FOTO ADMIN</a:t>
            </a:r>
            <a:endParaRPr lang="pt-BR" sz="1400" dirty="0"/>
          </a:p>
        </p:txBody>
      </p:sp>
      <p:sp>
        <p:nvSpPr>
          <p:cNvPr id="22" name="Retângulo 21"/>
          <p:cNvSpPr/>
          <p:nvPr/>
        </p:nvSpPr>
        <p:spPr>
          <a:xfrm>
            <a:off x="1108493" y="737241"/>
            <a:ext cx="3437627" cy="2806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cxnSp>
        <p:nvCxnSpPr>
          <p:cNvPr id="23" name="Conector de Seta Reta 22"/>
          <p:cNvCxnSpPr/>
          <p:nvPr/>
        </p:nvCxnSpPr>
        <p:spPr>
          <a:xfrm flipV="1">
            <a:off x="5296619" y="655607"/>
            <a:ext cx="5751" cy="561352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6" name="Conector de Seta Reta 25"/>
          <p:cNvCxnSpPr/>
          <p:nvPr/>
        </p:nvCxnSpPr>
        <p:spPr>
          <a:xfrm flipV="1">
            <a:off x="920151" y="1656272"/>
            <a:ext cx="2875" cy="46071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8" name="Conector de Seta Reta 27"/>
          <p:cNvCxnSpPr/>
          <p:nvPr/>
        </p:nvCxnSpPr>
        <p:spPr>
          <a:xfrm flipH="1" flipV="1">
            <a:off x="920152" y="2031521"/>
            <a:ext cx="746183" cy="240245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1666335" y="4443624"/>
            <a:ext cx="5105400" cy="2968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1741456" y="4438140"/>
            <a:ext cx="5130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DEIXAR TODOS OS ITENS COM MESMO TAMANHO (MORADORES)</a:t>
            </a:r>
            <a:endParaRPr lang="pt-BR" sz="1400" dirty="0"/>
          </a:p>
        </p:txBody>
      </p:sp>
      <p:sp>
        <p:nvSpPr>
          <p:cNvPr id="32" name="Retângulo 31"/>
          <p:cNvSpPr/>
          <p:nvPr/>
        </p:nvSpPr>
        <p:spPr>
          <a:xfrm>
            <a:off x="7608498" y="4420235"/>
            <a:ext cx="2935854" cy="2242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FF0000"/>
              </a:solidFill>
            </a:endParaRPr>
          </a:p>
        </p:txBody>
      </p:sp>
      <p:sp>
        <p:nvSpPr>
          <p:cNvPr id="33" name="CaixaDeTexto 32"/>
          <p:cNvSpPr txBox="1"/>
          <p:nvPr/>
        </p:nvSpPr>
        <p:spPr>
          <a:xfrm>
            <a:off x="7693683" y="4378489"/>
            <a:ext cx="27654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INSERIR FOTO DOS ESCOLTAS</a:t>
            </a:r>
            <a:endParaRPr lang="pt-BR" sz="1400" dirty="0"/>
          </a:p>
        </p:txBody>
      </p:sp>
      <p:cxnSp>
        <p:nvCxnSpPr>
          <p:cNvPr id="34" name="Conector de Seta Reta 33"/>
          <p:cNvCxnSpPr/>
          <p:nvPr/>
        </p:nvCxnSpPr>
        <p:spPr>
          <a:xfrm>
            <a:off x="10544353" y="4644522"/>
            <a:ext cx="856892" cy="88196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tângulo 36"/>
          <p:cNvSpPr/>
          <p:nvPr/>
        </p:nvSpPr>
        <p:spPr>
          <a:xfrm>
            <a:off x="11162581" y="5529533"/>
            <a:ext cx="491706" cy="53483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8" name="Imagem 3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62581" y="5545983"/>
            <a:ext cx="531962" cy="531962"/>
          </a:xfrm>
          <a:prstGeom prst="rect">
            <a:avLst/>
          </a:prstGeom>
        </p:spPr>
      </p:pic>
      <p:cxnSp>
        <p:nvCxnSpPr>
          <p:cNvPr id="39" name="Conector de Seta Reta 38"/>
          <p:cNvCxnSpPr>
            <a:stCxn id="22" idx="1"/>
          </p:cNvCxnSpPr>
          <p:nvPr/>
        </p:nvCxnSpPr>
        <p:spPr>
          <a:xfrm flipH="1" flipV="1">
            <a:off x="920152" y="859766"/>
            <a:ext cx="188341" cy="178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/>
          <p:nvPr/>
        </p:nvCxnSpPr>
        <p:spPr>
          <a:xfrm>
            <a:off x="4546120" y="868672"/>
            <a:ext cx="750499" cy="5147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304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Adobe Acrobat Document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Léo Mouço Morais</dc:creator>
  <cp:lastModifiedBy>Léo Mouço Morais</cp:lastModifiedBy>
  <cp:revision>15</cp:revision>
  <dcterms:created xsi:type="dcterms:W3CDTF">2019-01-15T11:14:35Z</dcterms:created>
  <dcterms:modified xsi:type="dcterms:W3CDTF">2019-01-15T12:24:44Z</dcterms:modified>
</cp:coreProperties>
</file>